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61" r:id="rId4"/>
    <p:sldId id="258" r:id="rId5"/>
    <p:sldId id="262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42"/>
    <p:restoredTop sz="96327"/>
  </p:normalViewPr>
  <p:slideViewPr>
    <p:cSldViewPr snapToGrid="0" snapToObjects="1">
      <p:cViewPr>
        <p:scale>
          <a:sx n="94" d="100"/>
          <a:sy n="94" d="100"/>
        </p:scale>
        <p:origin x="1376" y="1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5/5/21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5/5/21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5/5/21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5/5/21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5/5/21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5/5/21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5/5/21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5/5/21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5/5/21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5/5/21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5/5/21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5/5/21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alonstrancice.cz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46A3021-15E1-0B40-9B95-1F315E0810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</a:t>
            </a:r>
            <a:r>
              <a:rPr lang="en-CZ" dirty="0"/>
              <a:t>y Jiří Lenner</a:t>
            </a:r>
          </a:p>
        </p:txBody>
      </p:sp>
      <p:pic>
        <p:nvPicPr>
          <p:cNvPr id="5" name="Picture 4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B8A15664-43E6-5B4E-B6A2-F0D7338A8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15" y="3279193"/>
            <a:ext cx="5722837" cy="139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102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27F18-19C0-5343-91DD-AEB2AE1F4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 </a:t>
            </a:r>
            <a:r>
              <a:rPr lang="en-US" dirty="0" err="1"/>
              <a:t>projektu</a:t>
            </a:r>
            <a:endParaRPr lang="en-C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F40AA-6513-B942-93BA-0B9C46E2F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Z" dirty="0"/>
              <a:t>Kadeřnictví mé mámy</a:t>
            </a:r>
          </a:p>
          <a:p>
            <a:endParaRPr lang="en-CZ" dirty="0"/>
          </a:p>
          <a:p>
            <a:r>
              <a:rPr lang="en-CZ" dirty="0"/>
              <a:t>Aktuální stav =&gt; tragický</a:t>
            </a:r>
          </a:p>
          <a:p>
            <a:r>
              <a:rPr lang="en-US" dirty="0">
                <a:hlinkClick r:id="rId2"/>
              </a:rPr>
              <a:t>http://www.salonstrancice.cz/</a:t>
            </a:r>
            <a:endParaRPr lang="en-US" dirty="0"/>
          </a:p>
          <a:p>
            <a:endParaRPr lang="en-CZ" dirty="0"/>
          </a:p>
          <a:p>
            <a:r>
              <a:rPr lang="en-CZ" dirty="0"/>
              <a:t>Modernizace webové stránky podle nejnovějších trendů</a:t>
            </a:r>
          </a:p>
        </p:txBody>
      </p:sp>
    </p:spTree>
    <p:extLst>
      <p:ext uri="{BB962C8B-B14F-4D97-AF65-F5344CB8AC3E}">
        <p14:creationId xmlns:p14="http://schemas.microsoft.com/office/powerpoint/2010/main" val="2326175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694C6E-AC05-FF47-ADBB-6C165BDE3E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90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590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9EE5C-4B4B-0346-899F-438381014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Z" dirty="0"/>
              <a:t>Postup?</a:t>
            </a:r>
            <a:br>
              <a:rPr lang="en-CZ" dirty="0"/>
            </a:br>
            <a:br>
              <a:rPr lang="en-CZ" dirty="0"/>
            </a:br>
            <a:r>
              <a:rPr lang="en-CZ" dirty="0"/>
              <a:t>První kroky: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1BB07-8064-A04E-81B0-C199B905A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Z" dirty="0"/>
              <a:t>Procházení různých trendů zpracování webových stránek pro kadeřnictví z celého světa</a:t>
            </a:r>
          </a:p>
          <a:p>
            <a:pPr marL="0" indent="0">
              <a:buNone/>
            </a:pPr>
            <a:endParaRPr lang="en-CZ" dirty="0"/>
          </a:p>
          <a:p>
            <a:r>
              <a:rPr lang="en-CZ" dirty="0"/>
              <a:t>Výběr prvků / částí jenž se mi zalíbili</a:t>
            </a:r>
          </a:p>
          <a:p>
            <a:endParaRPr lang="en-CZ" dirty="0"/>
          </a:p>
          <a:p>
            <a:r>
              <a:rPr lang="en-CZ" dirty="0"/>
              <a:t>Náčrt rozložení a vznik představy</a:t>
            </a:r>
          </a:p>
        </p:txBody>
      </p:sp>
    </p:spTree>
    <p:extLst>
      <p:ext uri="{BB962C8B-B14F-4D97-AF65-F5344CB8AC3E}">
        <p14:creationId xmlns:p14="http://schemas.microsoft.com/office/powerpoint/2010/main" val="1500581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B943588-8B13-C84F-850A-033B63AE8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756" y="273050"/>
            <a:ext cx="2324100" cy="63119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C1DBB9B-81A4-0B4F-900D-F367C3A846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6846" y="0"/>
            <a:ext cx="194016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1FFDCEF-B620-5545-A570-F595DB3A96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4062" y="0"/>
            <a:ext cx="1785842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5D0FEDC-4309-F94E-8E36-962F233ED9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7212" y="0"/>
            <a:ext cx="22427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155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F024F-0567-924F-8CDA-7688EAE74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Z" dirty="0"/>
              <a:t>Samotné Kódování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D1F93-7B96-754E-AFDD-58DADF4F6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Z" dirty="0"/>
              <a:t>Využití </a:t>
            </a:r>
            <a:r>
              <a:rPr lang="en-CZ" dirty="0">
                <a:solidFill>
                  <a:schemeClr val="accent1">
                    <a:lumMod val="75000"/>
                  </a:schemeClr>
                </a:solidFill>
              </a:rPr>
              <a:t>SASS (SCSS) misto css </a:t>
            </a:r>
            <a:r>
              <a:rPr lang="en-CZ" dirty="0"/>
              <a:t>(základní věci jendoduché proměné, indentace, mixiny a sdílené styly (extensions) )</a:t>
            </a:r>
          </a:p>
          <a:p>
            <a:r>
              <a:rPr lang="en-CZ" dirty="0"/>
              <a:t>Jednodušší a přehlednější kód</a:t>
            </a:r>
          </a:p>
          <a:p>
            <a:r>
              <a:rPr lang="en-CZ" dirty="0"/>
              <a:t>SASS se compiluje do CSS</a:t>
            </a:r>
          </a:p>
          <a:p>
            <a:endParaRPr lang="en-CZ" dirty="0"/>
          </a:p>
          <a:p>
            <a:r>
              <a:rPr lang="en-CZ" dirty="0"/>
              <a:t>Mnoho komplikací =&gt; práce s komplikovanějšími animace</a:t>
            </a:r>
          </a:p>
          <a:p>
            <a:r>
              <a:rPr lang="en-CZ" dirty="0">
                <a:solidFill>
                  <a:schemeClr val="accent1">
                    <a:lumMod val="75000"/>
                  </a:schemeClr>
                </a:solidFill>
              </a:rPr>
              <a:t>Spolupráce (zachraňován) s panem učitelem Cajthamlem</a:t>
            </a:r>
          </a:p>
          <a:p>
            <a:endParaRPr lang="en-CZ" dirty="0"/>
          </a:p>
          <a:p>
            <a:r>
              <a:rPr lang="en-CZ" dirty="0"/>
              <a:t>Časté </a:t>
            </a:r>
            <a:r>
              <a:rPr lang="en-CZ" dirty="0">
                <a:solidFill>
                  <a:schemeClr val="accent1">
                    <a:lumMod val="75000"/>
                  </a:schemeClr>
                </a:solidFill>
              </a:rPr>
              <a:t>řešení složitějších problémů  JS</a:t>
            </a:r>
            <a:r>
              <a:rPr lang="en-CZ" dirty="0"/>
              <a:t> (pain ale stojí to za to)</a:t>
            </a:r>
          </a:p>
          <a:p>
            <a:endParaRPr lang="en-CZ" dirty="0"/>
          </a:p>
          <a:p>
            <a:r>
              <a:rPr lang="en-CZ" dirty="0">
                <a:solidFill>
                  <a:schemeClr val="accent1">
                    <a:lumMod val="75000"/>
                  </a:schemeClr>
                </a:solidFill>
              </a:rPr>
              <a:t>Nejsložitější</a:t>
            </a:r>
            <a:r>
              <a:rPr lang="en-CZ" dirty="0"/>
              <a:t>: Responzivita pro mobilní zařízení (2560</a:t>
            </a:r>
            <a:r>
              <a:rPr lang="en-CZ" dirty="0">
                <a:solidFill>
                  <a:schemeClr val="accent1">
                    <a:lumMod val="75000"/>
                  </a:schemeClr>
                </a:solidFill>
              </a:rPr>
              <a:t>px</a:t>
            </a:r>
            <a:r>
              <a:rPr lang="en-CZ" dirty="0"/>
              <a:t> - 320</a:t>
            </a:r>
            <a:r>
              <a:rPr lang="en-CZ" dirty="0">
                <a:solidFill>
                  <a:schemeClr val="accent1">
                    <a:lumMod val="75000"/>
                  </a:schemeClr>
                </a:solidFill>
              </a:rPr>
              <a:t>px</a:t>
            </a:r>
            <a:r>
              <a:rPr lang="en-CZ" dirty="0"/>
              <a:t>)</a:t>
            </a:r>
          </a:p>
          <a:p>
            <a:endParaRPr lang="en-CZ" dirty="0"/>
          </a:p>
          <a:p>
            <a:r>
              <a:rPr lang="en-CZ" dirty="0"/>
              <a:t>Ke konci komunikace s kadeřnicemi =&gt; doplnění obsahu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5A21E41-0D8B-E649-9B3A-14AE8534DE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7838" y="635788"/>
            <a:ext cx="1303141" cy="976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9353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2773F-6D66-3241-B87B-A390109BD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Z" dirty="0"/>
              <a:t>Na závěr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CCBEB-C82A-C643-914B-13C973CAE3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Z" dirty="0"/>
              <a:t>Samotný web není hotový (pouze hlavní stránka)</a:t>
            </a:r>
          </a:p>
          <a:p>
            <a:endParaRPr lang="en-CZ" dirty="0"/>
          </a:p>
          <a:p>
            <a:r>
              <a:rPr lang="en-CZ" dirty="0"/>
              <a:t>Po jednoroční šikaně paní Kaiferovou jsem konečně našel něco co mě opravdu baví!!</a:t>
            </a:r>
          </a:p>
          <a:p>
            <a:pPr marL="0" indent="0">
              <a:buNone/>
            </a:pPr>
            <a:endParaRPr lang="en-CZ" dirty="0"/>
          </a:p>
          <a:p>
            <a:r>
              <a:rPr lang="en-CZ" dirty="0"/>
              <a:t>Credity: @matejCajhaml !!!</a:t>
            </a:r>
          </a:p>
          <a:p>
            <a:r>
              <a:rPr lang="en-CZ" dirty="0"/>
              <a:t>Učit opravdu jde </a:t>
            </a:r>
            <a:r>
              <a:rPr lang="en-US" dirty="0"/>
              <a:t>I</a:t>
            </a:r>
            <a:r>
              <a:rPr lang="en-CZ" dirty="0"/>
              <a:t> jinak </a:t>
            </a:r>
          </a:p>
          <a:p>
            <a:r>
              <a:rPr lang="en-CZ" dirty="0"/>
              <a:t>Neuvěřitelná ochotu </a:t>
            </a:r>
          </a:p>
          <a:p>
            <a:r>
              <a:rPr lang="en-CZ" dirty="0"/>
              <a:t>(po mém téměř každodením bombardováním zpráv že něčemu nerozumím :D)</a:t>
            </a:r>
          </a:p>
        </p:txBody>
      </p:sp>
    </p:spTree>
    <p:extLst>
      <p:ext uri="{BB962C8B-B14F-4D97-AF65-F5344CB8AC3E}">
        <p14:creationId xmlns:p14="http://schemas.microsoft.com/office/powerpoint/2010/main" val="1322860248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41</TotalTime>
  <Words>189</Words>
  <Application>Microsoft Macintosh PowerPoint</Application>
  <PresentationFormat>Widescreen</PresentationFormat>
  <Paragraphs>36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Corbel</vt:lpstr>
      <vt:lpstr>Wingdings 2</vt:lpstr>
      <vt:lpstr>Frame</vt:lpstr>
      <vt:lpstr>PowerPoint Presentation</vt:lpstr>
      <vt:lpstr>O projektu</vt:lpstr>
      <vt:lpstr>PowerPoint Presentation</vt:lpstr>
      <vt:lpstr>Postup?  První kroky:</vt:lpstr>
      <vt:lpstr>PowerPoint Presentation</vt:lpstr>
      <vt:lpstr>Samotné Kódování</vt:lpstr>
      <vt:lpstr>Na závěr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Kadeřnictví Strančice</dc:title>
  <dc:creator>Lenner Jiří</dc:creator>
  <cp:lastModifiedBy>Lenner Jiří</cp:lastModifiedBy>
  <cp:revision>5</cp:revision>
  <cp:lastPrinted>2021-05-05T14:44:13Z</cp:lastPrinted>
  <dcterms:created xsi:type="dcterms:W3CDTF">2021-05-05T13:44:15Z</dcterms:created>
  <dcterms:modified xsi:type="dcterms:W3CDTF">2021-05-05T14:56:58Z</dcterms:modified>
</cp:coreProperties>
</file>